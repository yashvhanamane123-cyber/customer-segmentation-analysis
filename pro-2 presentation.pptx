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1A8A-F7D5-7E83-2C5A-4C116C95A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07F5B-F50F-0080-51E2-D8EA971FD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D9978-3F6C-FBE8-ABE7-7EFAF2D6D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AC99F-CD48-50BC-523D-A5043639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168F-2E4F-EEAB-2189-78CD931A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94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90A2-6B95-0F1F-260B-6AD1AC65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74065-BE36-5BED-9D8A-AF3714ABD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4B1A-9D45-46A8-4093-B32EF5E1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0FE5A-DC73-999D-FF88-75098DAF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7A453-C818-2198-6301-54CF3DBA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494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15404-B551-FB7A-7A15-94287554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22A45-A345-D60C-0AD5-D1E31AA9E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85CE4-C348-56AD-5E33-60EFB7DA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F555F-D44B-2FD9-FED2-11F65FC0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BCEF3-DB2C-E447-E189-CACDF4D5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682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9A23-B621-79CD-C13B-F69081F9B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B818-0DBE-9911-660C-4FC8EFCA2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D2F91-E158-300E-644C-771652E78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BD452-40CC-DFDD-0D6A-F5B0AD01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FDDCC-91B1-FE8F-24A8-59BD11EB3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546FD-FBB6-2747-21D0-253A464E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96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9B2F-EA58-A93D-5E8F-059AB97E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54ED4-17ED-CF6B-67FF-8E027F2AD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43478-B086-0825-7215-64C894A52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7E85D2-C862-2F82-3C24-C852086C1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C7B63-B58D-1108-D0E8-29A1123F9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F032B-0303-B655-7C57-34E7C647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6B0E5-5961-24A5-CF83-E284A9D6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0DDD9-FD38-CA09-F69B-BA72864C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7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BEB8-34FD-620F-1206-EF20C5C80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7EF5DA-5C70-35C9-0214-8E188A9A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C52EA-393C-9623-F8A7-87491DAC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294FE-77F6-1D1B-8F6F-AC9D036D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24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3BD4E-B67E-DA64-AFEE-BE249D08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B8FBA-344A-4A20-A1C1-348C622F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1962-2F55-1D92-E5F5-155C5BFB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3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EFB49-3643-E21B-8284-E0A4BB52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9D23B-8B10-DCFC-C33A-2D3A93D00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8939D-A397-C59B-8F43-687D209AD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6473F-522A-1F6C-FC6C-284A2FD8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138DA-EE99-58DA-FDD6-4E3F27B3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D3F65-4EDF-BAF7-0787-EA79D902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3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0B21-E8F8-03DC-D4EF-AD30F53A5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5C155-1EF6-99CB-934F-C04CC745D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4DFEB-F6F4-C931-879C-AF8C79E10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6ACD8-468C-F19F-9842-29D880D5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CA30E-B735-5AE2-D941-B22DD4E3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16979-2E48-54C1-52DB-AF4E3E77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75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91958-17DA-4B9D-30A3-4C021E83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DC581-5E35-8F60-6C0D-54455BA58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A641E-E5B3-7F2D-6E84-46857FDC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1C4D0-0DB2-89D2-61AE-3B41FCEB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FD8EB-4F23-6BEC-A28C-EBC3BFE4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0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796D3-AEA7-6D2C-7886-8E9730D0F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6D89A-DCDF-0FAB-7475-B796E0EF9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17A68-9B08-C20E-B193-D44927BA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3A85C-8FCD-49FE-B5CC-D00D1A54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11C0B-874B-1B2F-8FAD-BC8E2C99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0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5FB6B-888E-D0C9-4116-0C9C14C4D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51DE8-18C1-4B28-C987-4E175C786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569CD-5A63-F00E-13E6-C45EE33DE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2BA54-6022-4A66-8B53-8706D77141F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A347-6158-0A18-9777-BB43B8FBC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3E185-79C5-2253-288E-A634D81C3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F0EAB-0B1C-45B8-8EE6-E9C8C3EF2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57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B099-E809-BE4C-1AC0-5AFC87A9E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89E82-6CE7-2DF3-4914-CD2EC0E49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06B59-5E32-C434-F61F-B267ADBD1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00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A931-A007-79DD-9D4F-BADE58AC7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A5196-901E-B72A-FD04-A5DB2BE8AF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20C22-064F-FDD3-45FA-28B87C8BC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3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9020-40BE-9852-54CC-1732191D0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698FC-C75A-93A7-A1F3-EDE1B534B5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1460A-621B-7BBA-8439-D04BB1F15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40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3B55-5E34-1CF2-CF80-30F9706389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9E413-69D2-A3F4-E133-227EE98C0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D642C-C79C-1617-3EF3-ADA274AE8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3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CB8F-74E5-A0EA-2411-A7E7300D0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6F26F-8BB4-799C-9CC8-7621BD722A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E76CC-EAB2-183D-C3D1-2212B197F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4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B55A6-97B1-E2DD-AB84-C848D117D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19809-A71D-90C8-16A7-42159A5AB2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A3A5C-2DCB-85AE-D0E6-BF7D5525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8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3746-A9F3-19B9-2B2C-4373A6E26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80B742-9E39-316B-E12F-8C6466BB71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2A1C6-BD5D-1980-855A-2D9D3D22A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36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54A4-D7E5-8E87-0044-08DD097489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C55DE-80DE-BAF4-1119-E6E637819E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D5528-707E-C8A6-ADA8-9D3D73213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64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E995F-7B4E-C534-694C-E3CD33E1FA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E7309-9B51-A0C1-D86D-607ABB5366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CF461-52FC-4FF5-9A2A-E6D320836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4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CCE6-6FD1-6001-D220-F6145DE343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62FC9-6787-8DE5-7BDF-1B2621BB7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889638-0049-D9D5-EC49-1DC103B48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83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70B6-33F1-D3FB-530F-2379E8D1E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71946-2940-7831-2368-E8FB6B7D3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20E58-2B9B-4F90-E23E-93C47E550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5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bhimashankar vhanmane</dc:creator>
  <cp:lastModifiedBy>bhimashankar vhanmane</cp:lastModifiedBy>
  <cp:revision>1</cp:revision>
  <dcterms:created xsi:type="dcterms:W3CDTF">2025-11-27T12:59:21Z</dcterms:created>
  <dcterms:modified xsi:type="dcterms:W3CDTF">2025-11-27T12:59:43Z</dcterms:modified>
</cp:coreProperties>
</file>